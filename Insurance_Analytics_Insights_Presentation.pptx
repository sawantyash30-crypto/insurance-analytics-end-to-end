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Analytics – Key Business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Analytics using Excel, SQL, Power BI &amp; Tableau</a:t>
            </a:r>
          </a:p>
          <a:p>
            <a:r>
              <a:t>Prepared by Yash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1: Business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Renewal business contributes the highest premium share</a:t>
            </a:r>
          </a:p>
          <a:p>
            <a:r>
              <a:t>• New business achievement is comparatively lower</a:t>
            </a:r>
          </a:p>
          <a:p/>
          <a:p>
            <a:r>
              <a:t>Action: Improve lead conversion strategies for new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2: Cross-Sell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Cross-sell policies have higher average invoice value</a:t>
            </a:r>
          </a:p>
          <a:p>
            <a:r>
              <a:t>• Better conversion rate than new business</a:t>
            </a:r>
          </a:p>
          <a:p/>
          <a:p>
            <a:r>
              <a:t>Action: Focus on cross-sell campaigns for existing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3: Target vs Achievement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Placed achievement is close to target</a:t>
            </a:r>
          </a:p>
          <a:p>
            <a:r>
              <a:t>• Invoiced achievement lags behind</a:t>
            </a:r>
          </a:p>
          <a:p/>
          <a:p>
            <a:r>
              <a:t>Action: Strengthen invoicing and follow-up 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4: Opportunity 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number of open opportunities in proposal stage</a:t>
            </a:r>
          </a:p>
          <a:p>
            <a:r>
              <a:t>• Low closed-won ratio affects revenue</a:t>
            </a:r>
          </a:p>
          <a:p/>
          <a:p>
            <a:r>
              <a:t>Action: Improve closure and negotiation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5: Branch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Few branches generate majority of premium</a:t>
            </a:r>
          </a:p>
          <a:p>
            <a:r>
              <a:t>• Significant performance gap across branches</a:t>
            </a:r>
          </a:p>
          <a:p/>
          <a:p>
            <a:r>
              <a:t>Action: Replicate best practices from top branches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6: Individual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performers have more meetings and higher win ratio</a:t>
            </a:r>
          </a:p>
          <a:p>
            <a:r>
              <a:t>• Low performers struggle with conversion</a:t>
            </a:r>
          </a:p>
          <a:p/>
          <a:p>
            <a:r>
              <a:t>Action: Coaching and performance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7: Meetings vs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Positive correlation between meetings and closed deals</a:t>
            </a:r>
          </a:p>
          <a:p>
            <a:r>
              <a:t>• Low meeting count leads to poor revenue</a:t>
            </a:r>
          </a:p>
          <a:p/>
          <a:p>
            <a:r>
              <a:t>Action: Set minimum meeting targets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8: Time-Based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 peaks during renewal-heavy months</a:t>
            </a:r>
          </a:p>
          <a:p>
            <a:r>
              <a:t>• New business slows during off-season</a:t>
            </a:r>
          </a:p>
          <a:p/>
          <a:p>
            <a:r>
              <a:t>Action: Plan campaigns during low-activity periods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Management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dashboard improves visibility</a:t>
            </a:r>
          </a:p>
          <a:p>
            <a:r>
              <a:t>• Enables faster decision-making and accountability</a:t>
            </a:r>
          </a:p>
          <a:p/>
          <a:p>
            <a:r>
              <a:t>Outcome: Data-driven performance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